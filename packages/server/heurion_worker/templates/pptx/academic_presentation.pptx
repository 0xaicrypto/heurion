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spcAft>
                <a:spcPts val="1200"/>
              </a:spcAft>
              <a:defRPr sz="2000">
                <a:solidFill>
                  <a:srgbClr val="64748B"/>
                </a:solidFill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>
              <a:spcAft>
                <a:spcPts val="1200"/>
              </a:spcAft>
              <a:defRPr sz="2000">
                <a:solidFill>
                  <a:srgbClr val="64748B"/>
                </a:solidFill>
                <a:latin typeface="Calibri"/>
              </a:defRPr>
            </a:pPr>
            <a:r>
              <a:rPr lang="en-US" smtClean="0"/>
              <a:t>Second level</a:t>
            </a:r>
          </a:p>
          <a:p>
            <a:pPr lvl="2">
              <a:spcAft>
                <a:spcPts val="1200"/>
              </a:spcAft>
              <a:defRPr sz="2000">
                <a:solidFill>
                  <a:srgbClr val="64748B"/>
                </a:solidFill>
                <a:latin typeface="Calibri"/>
              </a:defRPr>
            </a:pPr>
            <a:r>
              <a:rPr lang="en-US" smtClean="0"/>
              <a:t>Third level</a:t>
            </a:r>
          </a:p>
          <a:p>
            <a:pPr lvl="3">
              <a:spcAft>
                <a:spcPts val="1200"/>
              </a:spcAft>
              <a:defRPr sz="2000">
                <a:solidFill>
                  <a:srgbClr val="64748B"/>
                </a:solidFill>
                <a:latin typeface="Calibri"/>
              </a:defRPr>
            </a:pPr>
            <a:r>
              <a:rPr lang="en-US" smtClean="0"/>
              <a:t>Fourth level</a:t>
            </a:r>
          </a:p>
          <a:p>
            <a:pPr lvl="4">
              <a:spcAft>
                <a:spcPts val="1200"/>
              </a:spcAft>
              <a:defRPr sz="2000">
                <a:solidFill>
                  <a:srgbClr val="64748B"/>
                </a:solidFill>
                <a:latin typeface="Calibri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